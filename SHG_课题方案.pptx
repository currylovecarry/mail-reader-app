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24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邮件自动生订单项目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· 产学研课题方案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011680" cy="0"/>
          </a:xfrm>
          <a:prstGeom prst="line">
            <a:avLst/>
          </a:prstGeom>
          <a:noFill/>
          <a:ln w="31750">
            <a:solidFill>
              <a:srgbClr val="F49E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课题背景与业务痛点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为什么需要这个系统？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28800" cy="7772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日均询盘邮件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1828800" cy="7772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517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语种（中/英/德）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1828800" cy="7772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内容形态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325880"/>
            <a:ext cx="1828800" cy="7772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单封人工处理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核心痛点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73152" cy="3291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2788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格式多样  </a:t>
            </a: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邮件含表格、图片、PDF附件、纯文本，信息零散难以统一处理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64408"/>
            <a:ext cx="73152" cy="329184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多语障碍  </a:t>
            </a: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英德文询盘需人工翻译后匹配，效率低且容易遗漏关键参数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73152" cy="329184"/>
          </a:xfrm>
          <a:prstGeom prst="rect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77240" y="37398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匹配耗时  </a:t>
            </a: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人工翻阅Excel/ERP主数据比对产品型号，单封邮件平均30分钟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215384"/>
            <a:ext cx="73152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77240" y="42153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无自动化  </a:t>
            </a: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从收件到回复全流程手工操作，无法规模化处理询盘增长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课题五大模块总览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从场景分析到市场化的完整链路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371600" cy="2651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应用场景穷举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100584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邮件类型、格式、语言、产品类别的全场景分类矩阵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272" y="1325880"/>
            <a:ext cx="1371600" cy="2651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633472" y="14630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6334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9424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数据维护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9424" y="2304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主数据管理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59152" y="2578608"/>
            <a:ext cx="100584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249424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型号库/价格表标准化、数据质量评估、更新机制设计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03904" y="1325880"/>
            <a:ext cx="1371600" cy="2651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261104" y="1463040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26110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77056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匹配算法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77056" y="2304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主数据对接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86784" y="2578608"/>
            <a:ext cx="1005840" cy="0"/>
          </a:xfrm>
          <a:prstGeom prst="line">
            <a:avLst/>
          </a:prstGeom>
          <a:noFill/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877056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规则匹配 → 模糊匹配 → AI语义匹配，三层递进引擎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31536" y="1325880"/>
            <a:ext cx="1371600" cy="2651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888736" y="14630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88873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4688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效率目标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2304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量化评估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14416" y="2578608"/>
            <a:ext cx="1005840" cy="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504688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解析成功率、匹配精度、处理时长等指标设计与验收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59168" y="1325880"/>
            <a:ext cx="1371600" cy="26517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516368" y="1463040"/>
            <a:ext cx="457200" cy="457200"/>
          </a:xfrm>
          <a:prstGeom prst="ellipse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51636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市场化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0" y="2304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产品规划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42048" y="2578608"/>
            <a:ext cx="1005840" cy="0"/>
          </a:xfrm>
          <a:prstGeom prst="line">
            <a:avLst/>
          </a:prstGeom>
          <a:noFill/>
          <a:ln w="12700">
            <a:solidFill>
              <a:srgbClr val="F49E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13232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竞品分析、商业模式设计、种子客户获取与推广方案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五大模块覆盖从业务分析 → 技术实现 → 效果评估 → 商业转化的全生命周期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模块详解 — 场景分析与数据维护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A（应用场景穷举）+ 模块 B（信息数据维护）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8862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88620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A：应用场景穷举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邮件类型：初次询盘 / 追单 / 投诉 / 合作咨询 / 样品申请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邮件形态：纯文字 / 嵌入表格 / PDF附件 / 图片附件 / 混合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语言分类：中文 / 英文 / 德文 / 其他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产品类别：标准品询价 / 定制品 / 备件 / 整机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核心产出：完整的"邮件场景矩阵"，标注处理难点与优先级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862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886200" cy="4114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B：信息与数据维护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主数据来源：型号库、价格表、参数表（Excel/ERP）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数据质量评估：缺失字段、编码不一致、多语言别名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数据标准化：统一编码规则、规格参数字段映射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更新机制：谁来维护、更新频率、同步策略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核心产出：主数据标准化方案 + 数据字典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模块详解 — 匹配算法与评估体系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C（匹配主数据）+ 模块 D（效率目标与量化）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161288"/>
            <a:ext cx="38862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3886200" cy="41148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1612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C：匹配主数据的方式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1709928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85800" y="1709928"/>
            <a:ext cx="73152" cy="82296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11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规则匹配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18196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 + 正则表达式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快速、可控，先跑通 MVP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4871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670048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2670048"/>
            <a:ext cx="73152" cy="82296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6112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模糊匹配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27797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编辑距离 / TF-IDF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处理拼写变体与缩写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447288"/>
            <a:ext cx="3520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630168"/>
            <a:ext cx="352044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5800" y="3630168"/>
            <a:ext cx="73152" cy="8229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96112" y="3675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6112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语义匹配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373989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嵌入向量 + 相似度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处理描述性询价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" y="44851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核心产出：匹配引擎原型代码 + 准确率测试报告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161288"/>
            <a:ext cx="38862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161288"/>
            <a:ext cx="388620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92040" y="11612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D：效率目标与量化评估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717780"/>
              </p:ext>
            </p:extLst>
          </p:nvPr>
        </p:nvGraphicFramePr>
        <p:xfrm>
          <a:off x="4937760" y="1755648"/>
          <a:ext cx="3566160" cy="1844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定义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目标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解析成功率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成功提取产品型号的邮件比例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结果正确的比例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处理时长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收到邮件到生成草稿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人工干预率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需人工修正才能发出的比例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495544" y="44531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核心产出：评估指标体系 + 测试验收报告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E — 市场化方向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从技术方案到商业产品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93192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931920" cy="411480"/>
          </a:xfrm>
          <a:prstGeom prst="rect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E：市场化与产品规划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Mail模块、国内ERP厂商邮件功能、独立邮件自动化工具的能力对比与市场缺口分析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3566160" cy="53035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4672" y="25420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目标客户画像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中小型工业品贸易商/代理商（SHG同类企业），年产值500万-5亿，日均询盘20-50封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31821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商业模式设计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SaaS订阅（按处理量计费）/ 私有化部署 / API数据服务，三模式灵活组合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3566160" cy="53035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4672" y="38221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冷启动策略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023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种子客户免费试用 → 案例包装 → 行业展会推广 → 渠道合作伙伴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3886200" cy="3200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产品商业角色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920240"/>
            <a:ext cx="1371600" cy="0"/>
          </a:xfrm>
          <a:prstGeom prst="line">
            <a:avLst/>
          </a:prstGeom>
          <a:noFill/>
          <a:ln w="25400">
            <a:solidFill>
              <a:srgbClr val="F49E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214884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竞品调研：桌面研究 + </a:t>
            </a:r>
            <a:r>
              <a:rPr lang="zh-CN" alt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产品调研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商业模式画布设计与验证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市场推广方案撰写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最终课题汇报 PPT </a:t>
            </a:r>
            <a:r>
              <a:rPr lang="en-US" sz="1200" dirty="0" err="1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14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三人协同分工方案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 · 业务 · 商业三角各司其职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331720" cy="333756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233172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4088" y="13898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0408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 </a:t>
            </a:r>
            <a:r>
              <a:rPr lang="en-US" altLang="zh-C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技术核心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27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负责模块：模块 B +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核心任务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数据清洗与标准化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规则匹配引擎开发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模糊匹配 / NLP 实现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准确率测试与优化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2057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60220" y="4462272"/>
            <a:ext cx="0" cy="16459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337560" y="1325880"/>
            <a:ext cx="2331720" cy="333756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337560" y="1325880"/>
            <a:ext cx="233172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447288" y="13898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44728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 — 业务分析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86200" y="1627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负责模块：模块 A + 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2402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邮件场景穷举与分类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需求文档撰写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评估指标体系设计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真实邮件样本收集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4069080"/>
            <a:ext cx="205740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74720" y="4069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03420" y="4462272"/>
            <a:ext cx="0" cy="164592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080760" y="1325880"/>
            <a:ext cx="2331720" cy="333756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080760" y="1325880"/>
            <a:ext cx="2331720" cy="502920"/>
          </a:xfrm>
          <a:prstGeom prst="rect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90488" y="13898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19048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— 产品商业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1627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负责模块：模块 E + 汇报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核心任务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2402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竞品分析与市场调研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商业模式设计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产品推广方案</a:t>
            </a:r>
            <a:endParaRPr lang="en-US" sz="11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课题汇报整合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069080"/>
            <a:ext cx="2057400" cy="320040"/>
          </a:xfrm>
          <a:prstGeom prst="rect">
            <a:avLst/>
          </a:prstGeom>
          <a:solidFill>
            <a:srgbClr val="F49E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217920" y="4069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46620" y="4462272"/>
            <a:ext cx="0" cy="164592"/>
          </a:xfrm>
          <a:prstGeom prst="line">
            <a:avLst/>
          </a:prstGeom>
          <a:noFill/>
          <a:ln w="12700">
            <a:solidFill>
              <a:srgbClr val="F49E1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77240" y="4617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共享交付物：可运行原型（学生A） + 场景评估报告（学生B） + 商业计划书（学生C）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4617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项目推进时间线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9周课题执行计划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3716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课题启动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91440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21792" y="237744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课题介绍 · 看真实邮件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分工确认 · 每周周报机制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926080"/>
            <a:ext cx="2743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137160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286000" y="146304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28600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2-4 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67712" y="1920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调研阶段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23160" y="2240280"/>
            <a:ext cx="91440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67712" y="237744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模块A：场景调研完成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模块B：主数据盘点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926080"/>
            <a:ext cx="2743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840480" y="1325880"/>
            <a:ext cx="13716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931920" y="146304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9319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3-6 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13632" y="1920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开发阶段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69080" y="2240280"/>
            <a:ext cx="91440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913632" y="237744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模块C：规则匹配原型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模块D：评估指标确定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926080"/>
            <a:ext cx="2743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486400" y="1325880"/>
            <a:ext cx="137160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577840" y="146304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57784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7-8 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59552" y="1920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联调阶段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15000" y="2240280"/>
            <a:ext cx="91440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559552" y="237744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集成联调 · 真实邮件测试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迭代优化匹配精度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926080"/>
            <a:ext cx="2743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132320" y="1325880"/>
            <a:ext cx="13716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223760" y="146304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22376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05472" y="1920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收尾阶段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60920" y="2240280"/>
            <a:ext cx="914400" cy="0"/>
          </a:xfrm>
          <a:prstGeom prst="line">
            <a:avLst/>
          </a:prstGeom>
          <a:noFill/>
          <a:ln w="63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205472" y="237744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模块E：市场化方案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报告撰写 · 汇报演示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85800" y="4617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沟通</a:t>
            </a:r>
            <a:r>
              <a:rPr lang="en-US" sz="11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节奏：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周</a:t>
            </a:r>
            <a:r>
              <a:rPr lang="zh-CN" alt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课题沟通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中间产出对齐实际业务 → 及时纠偏，确保课题不脱离真实场景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617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552</Words>
  <Application>Microsoft Office PowerPoint</Application>
  <PresentationFormat>全屏显示(16:9)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工业品询盘邮件智能处理系统 - 产学研课题</dc:title>
  <dc:subject>PptxGenJS Presentation</dc:subject>
  <dc:creator>SHG Project Team</dc:creator>
  <cp:lastModifiedBy>晓祥 钱</cp:lastModifiedBy>
  <cp:revision>11</cp:revision>
  <dcterms:created xsi:type="dcterms:W3CDTF">2026-05-25T07:08:04Z</dcterms:created>
  <dcterms:modified xsi:type="dcterms:W3CDTF">2026-05-27T01:01:18Z</dcterms:modified>
</cp:coreProperties>
</file>